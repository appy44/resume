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Standardizing AWS Infrastructure at Scale</a:t>
            </a:r>
          </a:p>
          <a:p>
            <a:r>
              <a:t>Migration from ap-construct-lib → Enterprise CDK Constructs Library</a:t>
            </a:r>
          </a:p>
          <a:p>
            <a:r>
              <a:t>RIS Engineering Forum</a:t>
            </a:r>
          </a:p>
          <a:p>
            <a:r>
              <a:t>Mayur Sontale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68 repositories depend on ap-construct-lib</a:t>
            </a:r>
          </a:p>
          <a:p>
            <a:r>
              <a:t>~1200 construct references</a:t>
            </a:r>
          </a:p>
          <a:p>
            <a:r>
              <a:t>Inconsistent infrastructure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 Developer Portal provides service patterns</a:t>
            </a:r>
          </a:p>
          <a:p>
            <a:r>
              <a:t>API Service Pattern generates production-ready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→ PDP → Pattern → GitHub Repo → CI/CD → AWS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ap-construct-lib used for reusable CDK constructs</a:t>
            </a:r>
          </a:p>
          <a:p>
            <a:r>
              <a:t>Not enterprise governed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CDK Constructs Library provides standardized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 differences</a:t>
            </a:r>
          </a:p>
          <a:p>
            <a:r>
              <a:t>Missing patterns</a:t>
            </a:r>
          </a:p>
          <a:p>
            <a:r>
              <a:t>Infrastructure refactoring risks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DynamoDB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ID changes may trigger CloudFormation table replacement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DynamoDB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PITR enabled</a:t>
            </a:r>
          </a:p>
          <a:p>
            <a:r>
              <a:t>Backups created</a:t>
            </a:r>
          </a:p>
          <a:p>
            <a:r>
              <a:t>overrideLogicalId used</a:t>
            </a:r>
          </a:p>
          <a:p>
            <a:r>
              <a:t>cdk diff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migrations → Wave migrations → Legacy library deprecation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Assisted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prompts used for refactoring constructs and mapping logical IDs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infrastructure</a:t>
            </a:r>
          </a:p>
          <a:p>
            <a:r>
              <a:t>Better security</a:t>
            </a:r>
          </a:p>
          <a:p>
            <a:r>
              <a:t>Improved developer productivity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